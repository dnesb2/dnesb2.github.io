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Merriweath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.fntdata"/><Relationship Id="rId11" Type="http://schemas.openxmlformats.org/officeDocument/2006/relationships/slide" Target="slides/slide6.xml"/><Relationship Id="rId22" Type="http://schemas.openxmlformats.org/officeDocument/2006/relationships/font" Target="fonts/Merriweather-boldItalic.fntdata"/><Relationship Id="rId10" Type="http://schemas.openxmlformats.org/officeDocument/2006/relationships/slide" Target="slides/slide5.xml"/><Relationship Id="rId21" Type="http://schemas.openxmlformats.org/officeDocument/2006/relationships/font" Target="fonts/Merriweather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regular.fnt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80cd919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80cd919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831cc27c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c831cc27c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831cc27c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831cc27c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831cc27c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831cc27c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831cc27c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831cc27c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831cc27c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831cc27c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831cc27c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831cc27c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831cc27c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831cc27c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831cc27c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831cc27c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Radon Mitigation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10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Radon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Radon is a naturally occurring, radioactive, colorless, and odorless gas, formed from the breakdown of uranium in rocks and soil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Radioactive particles get trapped in lungs when inhaled which builds up over years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Long term exposure permanently damages lung tissue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Second leading cause of lung cancer in the U.S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Can’t be detected without proper testing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Radon is overlooked due to “low-level” exposure perception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Current radon data is available only at county level even though these levels vary street-to-street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Lack of awareness thus neglected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current systems are inefficient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Radon public data only shows average county-level radon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Ground composition differs even within small areas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Lack of real-time localized radon measurement systems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5175" y="2166674"/>
            <a:ext cx="3807400" cy="2943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 Radon Mitigation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 centralized Radon detection, analysis, and response system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Aggregates real inspection data across the U.S.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Combines geological composition data with radon readings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Provides property-level radon exposure insights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Offers lifetime radiation exposure estimation &amp; risks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</a:t>
            </a:r>
            <a:r>
              <a:rPr lang="en"/>
              <a:t>Radon Mitigation </a:t>
            </a:r>
            <a:r>
              <a:rPr lang="en"/>
              <a:t>works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Home inspectors upload radon test results during inspections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Construction workers report job-site radon levels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Government geological databases integrated for soil composition and fractured soil understanding to identify high Radon producing materials(granite, shale, phosphate, etc)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AI algorithm estimates exposure risk by location using the available data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Generates a dynamic national radon heat map at a street/property level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this helps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Homeowners and buyers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Real estate agents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Construction workers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City planners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Government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Radon mitigation service providers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Long-term impact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Improves public health awareness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Encourages early mitigation investment into anti-Radon practices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Supports regulatory laws &amp; compliances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Creates new transparency in environmental risk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Protects individuals &amp; workers exposed to high risk ground types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Our intention is to have Radon Mitigation</a:t>
            </a:r>
            <a:r>
              <a:rPr lang="en" sz="1600">
                <a:solidFill>
                  <a:schemeClr val="dk1"/>
                </a:solidFill>
              </a:rPr>
              <a:t> transform radon detection from a static county average into a dynamic, property-specific, data-driven underground environmental intelligence system.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